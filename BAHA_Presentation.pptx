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BAHA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Branch-Aware Holonomy Annealing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landscapes shatter, BAHA jumps.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 optimization framework that exploits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transitions to solve the hardest combinatorial problems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$64B Optimization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Solvers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insight into why problems take hours to solve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23160"/>
            <a:ext cx="73152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Trial-and-Error Tuning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engineering cycles with no guarantee of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Hardness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can't predict costs or timelines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280160"/>
            <a:ext cx="4114800" cy="3383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5544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threw 100 GPU-hours at a routing problem and it still didn't converge. We had no idea if we were 10% done or 90% done."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840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Logistics Engineering 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Fortune 500 Retailer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BAHA: The Fracture Hunter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 introduces hardness observability to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103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Solver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"Running... please wait"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 visibility]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 insight]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[Hope for the best]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2103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β=2.3, ρ=4.7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FRACTURE detected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Jumping to branch k=0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[Real-time metrics]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phase transitions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55848" y="39319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9300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Enumeration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93008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Lambert-W mathematics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39319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1656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Jumping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1656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slow annealing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BAHA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Five-Phase Pattern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" y="2011680"/>
            <a:ext cx="36576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Annealing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Metropolis sampling with gradual β increase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" y="2697480"/>
            <a:ext cx="36576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313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|d/dβ log Z| spikes beyond threshold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7512" y="3383280"/>
            <a:ext cx="36576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 Alert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 discontinuity identified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" y="4069080"/>
            <a:ext cx="36576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Jump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6850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Lambert-W enumeration finds alternatives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Basin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Qualitatively different solution space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1554480"/>
            <a:ext cx="1371600" cy="2926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1645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965960"/>
            <a:ext cx="1188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Fractures ≠ Jumps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fractures are local. Only high-signal events trigger branch enumeration.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jump rate: &lt;2%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+102%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Uplift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Auction ($2.4B vs $1.18B)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Isomorphism (vs 20% for SA)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1.5M×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Partitioning @ N=100k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154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93776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R(5,5,5) with 2.6M constraints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26+ Validated Problem Domains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Combinatorial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VRP, Bin Packing, TSP, Knapsack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Graph-Theoretic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Clique, Max Cut, Graph Isomorphism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Constraint-Based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N-Queens, Course Scheduling, SAT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Auctions, DNA Barcode Design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Sequences, Protein Folding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Ramsey Theory R(5,5,5) &gt; 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27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 structure is not domain-specific — the detection mechanism is universal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BAHA Excels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73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Combinatorial (SAT, Graphs)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6733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transitions are sharp; fractures are high-signal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13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Satisfaction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3134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boundaries create distinct thermodynamic sheets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53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Optimization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953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Escapes local traps better than SA/Tabu 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93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Integer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5935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on discrete variables, less so on continuous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(Smooth)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★★☆☆☆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233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gradients work better for smooth manifolds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sounds like 'assign things to slots while avoiding conflicts', BAHA will crush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Business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Auction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+102% Revenue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$2.4B vs $1.18B in 1.657ms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0233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Isomorphism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/ Analytics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Success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20% for Simulated Annealing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402336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Barcode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Violations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fracture-aware biotech app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17520"/>
            <a:ext cx="40233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Partitioning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Research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1.5M× Faster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9377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N=100k solved in 13.6s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Portfolio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Open-Core Model: Free Engine + Premium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20116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Apache 2.0 Licensed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C++ Core Library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GPU Acceleration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26+ Problem Adapters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463040"/>
            <a:ext cx="2743200" cy="35661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8728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BaaS API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38728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$0.001/sec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721608" y="2560320"/>
            <a:ext cx="2011680" cy="182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3584448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Cloud-Hosted REST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84448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Auto-Scaling GPU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84448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Metrics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84448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Free Tier: 100 CPU-sec/mo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14630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37376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37376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$150/node/mo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20256" y="2560320"/>
            <a:ext cx="201168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On-Prem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83096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Distributed Scheduler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83096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Admin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83096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24×7 SLA Support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Limitation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 Advantage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Gurobi / CPLEX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worst-case; no diagnostics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hardness first; fast heuristic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to phase transitions; stalls often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468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Fracture-aware jumps; proven lift over SA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Annealers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connectivity; mapping overhead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Software-only; works on any hardware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Solvers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114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cross-domain generality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4114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 for 26+ domains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BAHA sits in the unique 'general-purpose, structure-aware optimizer' niche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Integration in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3017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"baha/baha.hpp"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your problem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energy = [](const State&amp; 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compute_energy(s);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optimizer &amp; 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BranchAwareOptimizer&lt;State&gt; opt(energy);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result = opt.optimize(config);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Header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header-only library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24688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function + neighbors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4747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&amp; Observe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solution + fracture logs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github.com/sethuiyer/baha    |    Docs: docs.baha.dev    |    API: api.baha.dev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Optimize?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BAHA detect the fractures in your hardest problems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github.com/sethuiyer/baha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BaaS API: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api.baha.dev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Sales: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sales@baha.dev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landscapes shatter, BAHA jumps.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BAHA: Branch-Aware Holonomy Annealing</dc:title>
  <dc:subject>Client Presentation</dc:subject>
  <dc:creator>BAHA Inc.</dc:creator>
  <cp:lastModifiedBy>BAHA Inc.</cp:lastModifiedBy>
  <cp:revision>1</cp:revision>
  <dcterms:created xsi:type="dcterms:W3CDTF">2026-01-29T01:14:04Z</dcterms:created>
  <dcterms:modified xsi:type="dcterms:W3CDTF">2026-01-29T01:14:04Z</dcterms:modified>
</cp:coreProperties>
</file>